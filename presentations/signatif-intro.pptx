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framework combines all of these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membership model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Freshness-sensitive; 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Requires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 classes at best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20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