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standard makes artifact trust computable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membership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Awkward, freshness-bound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model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 — needs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 classes at best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20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